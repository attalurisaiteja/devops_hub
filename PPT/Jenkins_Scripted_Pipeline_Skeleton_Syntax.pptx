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Jenkins Scripted (Descriptive)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Skeleton Syntax with Detailed Explanation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Scripted (Descriptive) Pipeline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Scripted Pipeline is the original Jenkins pipeline implementation.</a:t>
            </a:r>
          </a:p>
          <a:p/>
          <a:p>
            <a:r>
              <a:t>• Written entirely in Groovy</a:t>
            </a:r>
          </a:p>
          <a:p>
            <a:r>
              <a:t>• Provides full control over pipeline execution</a:t>
            </a:r>
          </a:p>
          <a:p>
            <a:r>
              <a:t>• Often called Descriptive Pipeline in academics</a:t>
            </a:r>
          </a:p>
          <a:p>
            <a:r>
              <a:t>• Best suited for complex CI/CD logic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Skeleton Syntax?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Skeleton syntax represents the basic structure of a Scripted Pipeline.</a:t>
            </a:r>
          </a:p>
          <a:p/>
          <a:p>
            <a:r>
              <a:t>• Acts as a foundation for writing pipelines</a:t>
            </a:r>
          </a:p>
          <a:p>
            <a:r>
              <a:t>• Defines execution environment</a:t>
            </a:r>
          </a:p>
          <a:p>
            <a:r>
              <a:t>• Controls stages and steps</a:t>
            </a:r>
          </a:p>
          <a:p>
            <a:r>
              <a:t>• Allows conditional and loop logic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Scripted Pipeline Skeleton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node {</a:t>
            </a:r>
          </a:p>
          <a:p>
            <a:r>
              <a:t>    stage('Stage Name') {</a:t>
            </a:r>
          </a:p>
          <a:p>
            <a:r>
              <a:t>        // Steps to execute</a:t>
            </a:r>
          </a:p>
          <a:p>
            <a:r>
              <a:t>    }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node { } Block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Allocates Jenkins executor and workspace</a:t>
            </a:r>
          </a:p>
          <a:p>
            <a:r>
              <a:t>• Defines where pipeline runs</a:t>
            </a:r>
          </a:p>
          <a:p>
            <a:r>
              <a:t>• Can specify labels for agents</a:t>
            </a:r>
          </a:p>
          <a:p>
            <a:r>
              <a:t>• Mandatory in Scripted Pipeline</a:t>
            </a:r>
          </a:p>
          <a:p/>
          <a:p>
            <a:r>
              <a:t>Example:</a:t>
            </a:r>
          </a:p>
          <a:p>
            <a:r>
              <a:t>node('linux') { 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stage('Stage Name') Block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Represents a logical unit of work</a:t>
            </a:r>
          </a:p>
          <a:p>
            <a:r>
              <a:t>• Improves pipeline visualization</a:t>
            </a:r>
          </a:p>
          <a:p>
            <a:r>
              <a:t>• Helps track progress and failures</a:t>
            </a:r>
          </a:p>
          <a:p>
            <a:r>
              <a:t>• Can contain multiple steps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Steps Inside a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Steps define the actual actions performed.</a:t>
            </a:r>
          </a:p>
          <a:p/>
          <a:p>
            <a:r>
              <a:t>• Shell commands (sh, bat)</a:t>
            </a:r>
          </a:p>
          <a:p>
            <a:r>
              <a:t>• Build tools execution</a:t>
            </a:r>
          </a:p>
          <a:p>
            <a:r>
              <a:t>• Testing commands</a:t>
            </a:r>
          </a:p>
          <a:p>
            <a:r>
              <a:t>• Deployment actions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Scripted Pipeline with Multiple Stages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node {</a:t>
            </a:r>
          </a:p>
          <a:p>
            <a:r>
              <a:t>    stage('Build') {</a:t>
            </a:r>
          </a:p>
          <a:p>
            <a:r>
              <a:t>        echo 'Building application'</a:t>
            </a:r>
          </a:p>
          <a:p>
            <a:r>
              <a:t>    }</a:t>
            </a:r>
          </a:p>
          <a:p>
            <a:r>
              <a:t>    stage('Test') {</a:t>
            </a:r>
          </a:p>
          <a:p>
            <a:r>
              <a:t>        echo 'Running tests'</a:t>
            </a:r>
          </a:p>
          <a:p>
            <a:r>
              <a:t>    }</a:t>
            </a:r>
          </a:p>
          <a:p>
            <a:r>
              <a:t>    stage('Deploy') {</a:t>
            </a:r>
          </a:p>
          <a:p>
            <a:r>
              <a:t>        echo 'Deploying application'</a:t>
            </a:r>
          </a:p>
          <a:p>
            <a:r>
              <a:t>    }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Variables in Scripted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Supports Groovy variables</a:t>
            </a:r>
          </a:p>
          <a:p>
            <a:r>
              <a:t>• Used to store dynamic values</a:t>
            </a:r>
          </a:p>
          <a:p>
            <a:r>
              <a:t>• Can be global or local</a:t>
            </a:r>
          </a:p>
          <a:p/>
          <a:p>
            <a:r>
              <a:t>Example:</a:t>
            </a:r>
          </a:p>
          <a:p>
            <a:r>
              <a:t>def version = '1.0.0'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Conditional Logic (if-else)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Scripted Pipeline supports conditions.</a:t>
            </a:r>
          </a:p>
          <a:p/>
          <a:p>
            <a:r>
              <a:t>if (env.BRANCH_NAME == 'main') {</a:t>
            </a:r>
          </a:p>
          <a:p>
            <a:r>
              <a:t>    echo 'Main branch build'</a:t>
            </a:r>
          </a:p>
          <a:p>
            <a:r>
              <a:t>} else {</a:t>
            </a:r>
          </a:p>
          <a:p>
            <a:r>
              <a:t>    echo 'Feature branch build'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Loops in Scripted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for and while loops supported</a:t>
            </a:r>
          </a:p>
          <a:p>
            <a:r>
              <a:t>• Useful for repetitive tasks</a:t>
            </a:r>
          </a:p>
          <a:p/>
          <a:p>
            <a:r>
              <a:t>for (int i = 1; i &lt;= 3; i++) {</a:t>
            </a:r>
          </a:p>
          <a:p>
            <a:r>
              <a:t>    echo "Iteration ${i}"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try-catch blocks supported</a:t>
            </a:r>
          </a:p>
          <a:p>
            <a:r>
              <a:t>• catchError can be used</a:t>
            </a:r>
          </a:p>
          <a:p>
            <a:r>
              <a:t>• Allows graceful failure handling</a:t>
            </a:r>
          </a:p>
          <a:p/>
          <a:p>
            <a:r>
              <a:t>try {</a:t>
            </a:r>
          </a:p>
          <a:p>
            <a:r>
              <a:t>    error 'Build failed'</a:t>
            </a:r>
          </a:p>
          <a:p>
            <a:r>
              <a:t>} catch (e) {</a:t>
            </a:r>
          </a:p>
          <a:p>
            <a:r>
              <a:t>    echo 'Error handled'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Scripted Skeleton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Highly flexible structure</a:t>
            </a:r>
          </a:p>
          <a:p>
            <a:r>
              <a:t>• Supports advanced Groovy features</a:t>
            </a:r>
          </a:p>
          <a:p>
            <a:r>
              <a:t>• Ideal for dynamic pipelines</a:t>
            </a:r>
          </a:p>
          <a:p>
            <a:r>
              <a:t>• Complete control over flow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Use Scripted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Complex business logic</a:t>
            </a:r>
          </a:p>
          <a:p>
            <a:r>
              <a:t>• Dynamic stage generation</a:t>
            </a:r>
          </a:p>
          <a:p>
            <a:r>
              <a:t>• Advanced CI/CD customization</a:t>
            </a:r>
          </a:p>
          <a:p>
            <a:r>
              <a:t>• Legacy Jenkins pipelines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