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Jenkins Declarative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Stage-by-Stage Explanation with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Pipeline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Declarative Pipeline provides a structured and simplified way to define CI/CD pipelines.</a:t>
            </a:r>
          </a:p>
          <a:p/>
          <a:p>
            <a:r>
              <a:t>• Uses predefined syntax</a:t>
            </a:r>
          </a:p>
          <a:p>
            <a:r>
              <a:t>• Easier to read and maintain</a:t>
            </a:r>
          </a:p>
          <a:p>
            <a:r>
              <a:t>• Enforces best practices</a:t>
            </a:r>
          </a:p>
          <a:p>
            <a:r>
              <a:t>• Written inside a Jenkinsfile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{ }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root block of a Declarative Pipeline.</a:t>
            </a:r>
          </a:p>
          <a:p/>
          <a:p>
            <a:r>
              <a:t>• Mandatory for declarative syntax</a:t>
            </a:r>
          </a:p>
          <a:p>
            <a:r>
              <a:t>• Contains agent, stages, and post sections</a:t>
            </a:r>
          </a:p>
          <a:p>
            <a:r>
              <a:t>• Jenkins validates this structure before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any –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where the pipeline will run.</a:t>
            </a:r>
          </a:p>
          <a:p/>
          <a:p>
            <a:r>
              <a:t>• 'any' allows Jenkins to select any available agent</a:t>
            </a:r>
          </a:p>
          <a:p>
            <a:r>
              <a:t>• Useful when pipeline is platform-independent</a:t>
            </a:r>
          </a:p>
          <a:p>
            <a:r>
              <a:t>• Simplifies resource allocation</a:t>
            </a:r>
          </a:p>
          <a:p/>
          <a:p>
            <a:r>
              <a:t>Alternative options: label, docker, none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stages { }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Stages define the workflow of the pipeline.</a:t>
            </a:r>
          </a:p>
          <a:p/>
          <a:p>
            <a:r>
              <a:t>• Groups multiple stages together</a:t>
            </a:r>
          </a:p>
          <a:p>
            <a:r>
              <a:t>• Executes sequentially</a:t>
            </a:r>
          </a:p>
          <a:p>
            <a:r>
              <a:t>• Improves visualization in Jenkins UI</a:t>
            </a:r>
          </a:p>
          <a:p>
            <a:r>
              <a:t>• Helps identify failures easily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Stage: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Fetch source code from version control.</a:t>
            </a:r>
          </a:p>
          <a:p/>
          <a:p>
            <a:r>
              <a:t>• Uses Git SCM</a:t>
            </a:r>
          </a:p>
          <a:p>
            <a:r>
              <a:t>• Pulls code from main branch</a:t>
            </a:r>
          </a:p>
          <a:p>
            <a:r>
              <a:t>• Ensures latest code is used</a:t>
            </a:r>
          </a:p>
          <a:p>
            <a:r>
              <a:t>• First step in CI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Stage: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Compile and build the application.</a:t>
            </a:r>
          </a:p>
          <a:p/>
          <a:p>
            <a:r>
              <a:t>• Uses Maven build tool</a:t>
            </a:r>
          </a:p>
          <a:p>
            <a:r>
              <a:t>• 'mvn clean install' removes old artifacts</a:t>
            </a:r>
          </a:p>
          <a:p>
            <a:r>
              <a:t>• Ensures code compiles successfully</a:t>
            </a:r>
          </a:p>
          <a:p>
            <a:r>
              <a:t>• Fails early if build errors exist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Stage: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Validate application correctness.</a:t>
            </a:r>
          </a:p>
          <a:p/>
          <a:p>
            <a:r>
              <a:t>• Runs unit test cases</a:t>
            </a:r>
          </a:p>
          <a:p>
            <a:r>
              <a:t>• Detects bugs early</a:t>
            </a:r>
          </a:p>
          <a:p>
            <a:r>
              <a:t>• Improves code quality</a:t>
            </a:r>
          </a:p>
          <a:p>
            <a:r>
              <a:t>• Prevents faulty deployments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Stage: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Create deployable artifact.</a:t>
            </a:r>
          </a:p>
          <a:p/>
          <a:p>
            <a:r>
              <a:t>• Generates JAR/WAR file</a:t>
            </a:r>
          </a:p>
          <a:p>
            <a:r>
              <a:t>• Prepares application for deployment</a:t>
            </a:r>
          </a:p>
          <a:p>
            <a:r>
              <a:t>• Ensures consistency across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Stage: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Deploy application to target environment.</a:t>
            </a:r>
          </a:p>
          <a:p/>
          <a:p>
            <a:r>
              <a:t>• Uses deployment script</a:t>
            </a:r>
          </a:p>
          <a:p>
            <a:r>
              <a:t>• Can deploy to EC2, Kubernetes, or S3</a:t>
            </a:r>
          </a:p>
          <a:p>
            <a:r>
              <a:t>• Automates release process</a:t>
            </a:r>
          </a:p>
          <a:p>
            <a:r>
              <a:t>• Reduces manual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{ }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define actual actions performed inside a stage.</a:t>
            </a:r>
          </a:p>
          <a:p/>
          <a:p>
            <a:r>
              <a:t>• Executes shell commands</a:t>
            </a:r>
          </a:p>
          <a:p>
            <a:r>
              <a:t>• Calls tools and scripts</a:t>
            </a:r>
          </a:p>
          <a:p>
            <a:r>
              <a:t>• Runs build, test, and deployment logic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{ }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Executes actions after pipeline completion.</a:t>
            </a:r>
          </a:p>
          <a:p/>
          <a:p>
            <a:r>
              <a:t>• Runs regardless of stage structure</a:t>
            </a:r>
          </a:p>
          <a:p>
            <a:r>
              <a:t>• Used for notifications and cleanup</a:t>
            </a:r>
          </a:p>
          <a:p>
            <a:r>
              <a:t>• Improves monitoring and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{ success 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Executed when pipeline completes successfully.</a:t>
            </a:r>
          </a:p>
          <a:p/>
          <a:p>
            <a:r>
              <a:t>• Confirms successful execution</a:t>
            </a:r>
          </a:p>
          <a:p>
            <a:r>
              <a:t>• Useful for logging</a:t>
            </a:r>
          </a:p>
          <a:p>
            <a:r>
              <a:t>• Can trigger notifications or downstream jobs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{ failure 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Executed when pipeline fails.</a:t>
            </a:r>
          </a:p>
          <a:p/>
          <a:p>
            <a:r>
              <a:t>• Helps detect failures quickly</a:t>
            </a:r>
          </a:p>
          <a:p>
            <a:r>
              <a:t>• Used to send alerts (Slack/Email)</a:t>
            </a:r>
          </a:p>
          <a:p>
            <a:r>
              <a:t>• Enables faster troubleshooting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Pipeline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Follows CI/CD best practices</a:t>
            </a:r>
          </a:p>
          <a:p>
            <a:r>
              <a:t>• Clear separation of stages</a:t>
            </a:r>
          </a:p>
          <a:p>
            <a:r>
              <a:t>• Early failure detection</a:t>
            </a:r>
          </a:p>
          <a:p>
            <a:r>
              <a:t>• Easy to maintain and scale</a:t>
            </a:r>
          </a:p>
          <a:p>
            <a:r>
              <a:t>• Suitable for real-world DevOps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