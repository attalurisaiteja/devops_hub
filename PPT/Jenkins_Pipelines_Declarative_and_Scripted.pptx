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Jenkins Pipelines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Declarative Pipeline (Detailed)</a:t>
            </a:r>
          </a:p>
          <a:p>
            <a:r>
              <a:t>Scripted (Descriptive)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Jenkins Pipeline?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Jenkins Pipeline is a suite of plugins that supports implementing and integrating continuous delivery pipelines into Jenkins.</a:t>
            </a:r>
          </a:p>
          <a:p/>
          <a:p>
            <a:r>
              <a:t>• Defined as code using Jenkinsfile</a:t>
            </a:r>
          </a:p>
          <a:p>
            <a:r>
              <a:t>• Stored in source control</a:t>
            </a:r>
          </a:p>
          <a:p>
            <a:r>
              <a:t>• Enables CI/CD automation</a:t>
            </a:r>
          </a:p>
          <a:p>
            <a:r>
              <a:t>• Supports complex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Jenkins Pipelines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Jenkins supports two main types of pipelines:</a:t>
            </a:r>
          </a:p>
          <a:p/>
          <a:p>
            <a:r>
              <a:t>• Declarative Pipeline – structured, opinionated, easier to use</a:t>
            </a:r>
          </a:p>
          <a:p>
            <a:r>
              <a:t>• Scripted Pipeline (often informally called descriptive pipeline) – flexible, Groovy-based</a:t>
            </a:r>
          </a:p>
          <a:p/>
          <a:p>
            <a:r>
              <a:t>Both are written using Groovy DSL.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Pipeline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Declarative Pipeline provides a simplified and structured way to define pipelines.</a:t>
            </a:r>
          </a:p>
          <a:p/>
          <a:p>
            <a:r>
              <a:t>• Introduced to make pipelines easier to read and write</a:t>
            </a:r>
          </a:p>
          <a:p>
            <a:r>
              <a:t>• Uses predefined syntax</a:t>
            </a:r>
          </a:p>
          <a:p>
            <a:r>
              <a:t>• Enforces best practices</a:t>
            </a:r>
          </a:p>
          <a:p>
            <a:r>
              <a:t>• Ideal for most CI/CD use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Pipeline – 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Defined using 'pipeline { }' block</a:t>
            </a:r>
          </a:p>
          <a:p>
            <a:r>
              <a:t>• Mandatory 'agent' directive</a:t>
            </a:r>
          </a:p>
          <a:p>
            <a:r>
              <a:t>• Stages and steps are clearly defined</a:t>
            </a:r>
          </a:p>
          <a:p>
            <a:r>
              <a:t>• Built-in error handling and post actions</a:t>
            </a:r>
          </a:p>
          <a:p>
            <a:r>
              <a:t>• Less complex Groovy code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Pipeline – 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components include:</a:t>
            </a:r>
          </a:p>
          <a:p/>
          <a:p>
            <a:r>
              <a:t>• pipeline – root element</a:t>
            </a:r>
          </a:p>
          <a:p>
            <a:r>
              <a:t>• agent – defines where pipeline runs</a:t>
            </a:r>
          </a:p>
          <a:p>
            <a:r>
              <a:t>• stages – sequence of stages</a:t>
            </a:r>
          </a:p>
          <a:p>
            <a:r>
              <a:t>• steps – actions within a stage</a:t>
            </a:r>
          </a:p>
          <a:p>
            <a:r>
              <a:t>• post – actions after pipeline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Pipeline –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to learn and maintain</a:t>
            </a:r>
          </a:p>
          <a:p>
            <a:r>
              <a:t>• Readable and consistent syntax</a:t>
            </a:r>
          </a:p>
          <a:p>
            <a:r>
              <a:t>• Built-in validation</a:t>
            </a:r>
          </a:p>
          <a:p>
            <a:r>
              <a:t>• Better visualization in Jenkins UI</a:t>
            </a:r>
          </a:p>
          <a:p>
            <a:r>
              <a:t>• Recommended by Jenkins for most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Pipeline –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Less flexible than scripted pipeline</a:t>
            </a:r>
          </a:p>
          <a:p>
            <a:r>
              <a:t>• Limited complex logic support</a:t>
            </a:r>
          </a:p>
          <a:p>
            <a:r>
              <a:t>• Strict syntax rules</a:t>
            </a:r>
          </a:p>
          <a:p>
            <a:r>
              <a:t>• Advanced Groovy usage is restricted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 (Descriptive) Pipeline –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Scripted Pipeline is the original Jenkins pipeline approach.</a:t>
            </a:r>
          </a:p>
          <a:p/>
          <a:p>
            <a:r>
              <a:t>• Based entirely on Groovy scripting</a:t>
            </a:r>
          </a:p>
          <a:p>
            <a:r>
              <a:t>• Offers maximum flexibility</a:t>
            </a:r>
          </a:p>
          <a:p>
            <a:r>
              <a:t>• Suitable for complex and dynamic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 Pipeline – Key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Defined using 'node { }' block</a:t>
            </a:r>
          </a:p>
          <a:p>
            <a:r>
              <a:t>• No strict structure enforcement</a:t>
            </a:r>
          </a:p>
          <a:p>
            <a:r>
              <a:t>• Full access to Groovy language features</a:t>
            </a:r>
          </a:p>
          <a:p>
            <a:r>
              <a:t>• Logic-heavy and dynamic workflows supported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 Pipeline –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Highly flexible</a:t>
            </a:r>
          </a:p>
          <a:p>
            <a:r>
              <a:t>• Supports complex conditional logic</a:t>
            </a:r>
          </a:p>
          <a:p>
            <a:r>
              <a:t>• Better control over pipeline execution</a:t>
            </a:r>
          </a:p>
          <a:p>
            <a:r>
              <a:t>• Ideal for advanced Jenkins users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Scripted Pipeline –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Harder to read and maintain</a:t>
            </a:r>
          </a:p>
          <a:p>
            <a:r>
              <a:t>• Steeper learning curve</a:t>
            </a:r>
          </a:p>
          <a:p>
            <a:r>
              <a:t>• More error-prone</a:t>
            </a:r>
          </a:p>
          <a:p>
            <a:r>
              <a:t>• No built-in syntax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vs Scripted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Declarative Pipeline:</a:t>
            </a:r>
          </a:p>
          <a:p>
            <a:r>
              <a:t>• Simple and structured</a:t>
            </a:r>
          </a:p>
          <a:p>
            <a:r>
              <a:t>• Best for standard CI/CD</a:t>
            </a:r>
          </a:p>
          <a:p/>
          <a:p>
            <a:r>
              <a:t>Scripted Pipeline:</a:t>
            </a:r>
          </a:p>
          <a:p>
            <a:r>
              <a:t>• Flexible and powerful</a:t>
            </a:r>
          </a:p>
          <a:p>
            <a:r>
              <a:t>• Best for complex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